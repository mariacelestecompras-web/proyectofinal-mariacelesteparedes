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837" autoAdjust="0"/>
  </p:normalViewPr>
  <p:slideViewPr>
    <p:cSldViewPr snapToGrid="0">
      <p:cViewPr varScale="1">
        <p:scale>
          <a:sx n="66" d="100"/>
          <a:sy n="66" d="100"/>
        </p:scale>
        <p:origin x="87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F4E7B1-1989-4CA6-8A6A-94EC5F49B5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838188B-1C8A-44C5-888C-B6DD3FCBE2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35E246-1F09-4417-A6CB-B3AA44890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60B2C-E5E7-413C-BF9E-45D7CA7CE961}" type="datetimeFigureOut">
              <a:rPr lang="es-PE" smtClean="0"/>
              <a:t>3/11/2025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4AAB237-F523-4A3C-81BB-675524438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EA09BC0-7C5C-4C6F-9242-57A68E911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9C5EB-AD4E-4B92-B6E5-931B8991BF1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14607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F12FAD-E4B4-41DE-8C76-7BF1A6F41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1AF49D-A442-455D-AF5F-C3241B97D4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12332B8-F697-47CE-8CE9-C77FD6813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60B2C-E5E7-413C-BF9E-45D7CA7CE961}" type="datetimeFigureOut">
              <a:rPr lang="es-PE" smtClean="0"/>
              <a:t>3/11/2025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214441E-ADBF-4193-99A5-BA41EB596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04F683-2C11-427C-AEFD-15A92DABC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9C5EB-AD4E-4B92-B6E5-931B8991BF1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49490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9A6401-0C25-45DC-ABCF-9ECB84F21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023E35E-3D8B-4489-8C95-A0D8BBC365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29AD41C-CEA3-4126-B2E7-A477CFBF5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60B2C-E5E7-413C-BF9E-45D7CA7CE961}" type="datetimeFigureOut">
              <a:rPr lang="es-PE" smtClean="0"/>
              <a:t>3/11/2025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2E21D25-A99B-4424-AB4F-9E30CFB14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374A5E5-06D0-4932-AB66-3FE7E2D3C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9C5EB-AD4E-4B92-B6E5-931B8991BF1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06694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7510B6-2F28-4176-9AB6-2F2358DE0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24E9D3D-F003-40C4-A8DE-4ECA730919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9B3155F-7247-44D3-9251-53CBEEF783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DE39185-A0F3-4BB4-AD2B-5E914CF3F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60B2C-E5E7-413C-BF9E-45D7CA7CE961}" type="datetimeFigureOut">
              <a:rPr lang="es-PE" smtClean="0"/>
              <a:t>3/11/2025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96D2F0A-8BB2-4741-A4D6-4BA5EBE39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3E668D5-5DF3-47FA-B864-A1E610946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9C5EB-AD4E-4B92-B6E5-931B8991BF1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89084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16CF46-DB7C-47C7-888F-1F87EF817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E8D5C40-454E-4E42-BA61-4F9430901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68BA353-D80F-4A86-8F65-F234D2B4EB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20599EB-8C8D-4671-8FAA-67B3BD05EF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C886863-B122-4D64-AC2C-335498FA38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396CBC0-686B-468B-A361-AFC85D72E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60B2C-E5E7-413C-BF9E-45D7CA7CE961}" type="datetimeFigureOut">
              <a:rPr lang="es-PE" smtClean="0"/>
              <a:t>3/11/2025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8BAA648-07E2-4262-9567-8431C8ADC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65FE65E-3C46-46B2-A8FF-FC6D9B043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9C5EB-AD4E-4B92-B6E5-931B8991BF1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07730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CCA5BF-6411-42AA-8F82-243E071EF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656FFC7-A23D-4599-B2B3-A16515885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60B2C-E5E7-413C-BF9E-45D7CA7CE961}" type="datetimeFigureOut">
              <a:rPr lang="es-PE" smtClean="0"/>
              <a:t>3/11/2025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B87591C-2D4E-4A2C-BB71-45281E957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7FC1479-F8C3-4089-83B1-28935FA1F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9C5EB-AD4E-4B92-B6E5-931B8991BF1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24574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ED3968D-3C78-47FC-8CE6-410CB77A4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60B2C-E5E7-413C-BF9E-45D7CA7CE961}" type="datetimeFigureOut">
              <a:rPr lang="es-PE" smtClean="0"/>
              <a:t>3/11/2025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BE077E2-9517-4D2A-A49B-87CF8B14B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C6D3710-6CD2-499D-ACFD-E07125958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9C5EB-AD4E-4B92-B6E5-931B8991BF1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68217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711B9C-4B21-4619-B0C8-70D01D1F0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91ABB46-97B7-4C6C-852C-ED28FA833A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2AC9F3B-D1B6-4358-9C65-1A038417FF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5E39464-F99E-44DF-BDBA-0F0A03BB3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60B2C-E5E7-413C-BF9E-45D7CA7CE961}" type="datetimeFigureOut">
              <a:rPr lang="es-PE" smtClean="0"/>
              <a:t>3/11/2025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6DBC130-6D4D-41F6-9834-E3D8E10D3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70CA4EA-E6E4-4208-967C-DB84F4475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9C5EB-AD4E-4B92-B6E5-931B8991BF1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42379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BE78E6-FC79-448F-BD53-8ADAD56F3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6007363-8CE8-4989-AE64-D3D0DBC6B1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A8804-E0D0-45AA-B025-15D7F0B331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F5D06BC-BF9E-4C0C-9EBB-A399711EE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60B2C-E5E7-413C-BF9E-45D7CA7CE961}" type="datetimeFigureOut">
              <a:rPr lang="es-PE" smtClean="0"/>
              <a:t>3/11/2025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F790DBE-C618-4A8B-A0C6-A0BBC2F68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2430A22-CACC-4B26-ADB4-CEC8A3F39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9C5EB-AD4E-4B92-B6E5-931B8991BF1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68229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5C991C-E16A-4C94-B842-4C37F21D5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96B337E-BD51-4559-992E-14F776379F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1D8AA2E-4A16-442C-9E93-668D51EC3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60B2C-E5E7-413C-BF9E-45D7CA7CE961}" type="datetimeFigureOut">
              <a:rPr lang="es-PE" smtClean="0"/>
              <a:t>3/11/2025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95D5160-4786-4EE3-8275-9E521ECFA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3217B0-EB43-4C66-820E-2CAC17C08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9C5EB-AD4E-4B92-B6E5-931B8991BF1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06613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BB10AD1-8E20-41F6-B06D-CAE20F9990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A70D316-EE47-41B7-8FF1-918E0D8D8D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AEA7BC2-B86B-4011-9339-B150AEBE6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60B2C-E5E7-413C-BF9E-45D7CA7CE961}" type="datetimeFigureOut">
              <a:rPr lang="es-PE" smtClean="0"/>
              <a:t>3/11/2025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B7330D9-5892-4E81-9ADE-A591D9F33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68BE0FD-6096-4AF3-AAA0-E25818D33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9C5EB-AD4E-4B92-B6E5-931B8991BF1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59345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8438439-84AD-4CC9-AF88-05EB1F8C7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ADCC33D-923A-4505-963A-BFCFB1D81C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C1CED76-832D-4AD7-B9F1-D9A781817E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260B2C-E5E7-413C-BF9E-45D7CA7CE961}" type="datetimeFigureOut">
              <a:rPr lang="es-PE" smtClean="0"/>
              <a:t>3/11/2025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6377243-F142-4AFF-B9DD-50AB0EA90D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3FC35EE-57E7-4A79-8672-83B34C89F8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09C5EB-AD4E-4B92-B6E5-931B8991BF1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45085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F0BD40-B64E-45C3-A6CF-269321CCBC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40000"/>
          </a:xfrm>
        </p:spPr>
        <p:txBody>
          <a:bodyPr/>
          <a:lstStyle/>
          <a:p>
            <a:r>
              <a:rPr lang="es-ES" sz="115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EVIDENCIA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52408D4-804F-45C7-98C4-AE8391060E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s-ES" sz="40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INSTAGRAM LITE</a:t>
            </a:r>
            <a:endParaRPr lang="es-PE" sz="40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01177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6D6EE1-5A55-489E-9809-7B85B20F3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657" y="2538287"/>
            <a:ext cx="2717800" cy="802493"/>
          </a:xfrm>
        </p:spPr>
        <p:txBody>
          <a:bodyPr>
            <a:normAutofit fontScale="90000"/>
          </a:bodyPr>
          <a:lstStyle/>
          <a:p>
            <a:r>
              <a:rPr lang="es-PE" sz="4900" b="1" dirty="0"/>
              <a:t>EVIDENCIA TC-001</a:t>
            </a:r>
            <a:br>
              <a:rPr lang="es-PE" dirty="0"/>
            </a:br>
            <a:endParaRPr lang="es-PE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0453BAA-7195-4382-9242-3B2C47E3830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8" t="3776" b="6154"/>
          <a:stretch/>
        </p:blipFill>
        <p:spPr>
          <a:xfrm>
            <a:off x="4746218" y="535894"/>
            <a:ext cx="3139568" cy="6176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940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6D6EE1-5A55-489E-9809-7B85B20F3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657" y="2538287"/>
            <a:ext cx="2717800" cy="802493"/>
          </a:xfrm>
        </p:spPr>
        <p:txBody>
          <a:bodyPr>
            <a:normAutofit fontScale="90000"/>
          </a:bodyPr>
          <a:lstStyle/>
          <a:p>
            <a:r>
              <a:rPr lang="es-PE" sz="4900" b="1" dirty="0"/>
              <a:t>EVIDENCIA TC-002</a:t>
            </a:r>
            <a:br>
              <a:rPr lang="es-PE" dirty="0"/>
            </a:br>
            <a:endParaRPr lang="es-PE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F5CCD5B-C9DB-443A-BA95-8CCE929FBE9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32202" y="445180"/>
            <a:ext cx="2671191" cy="57912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C613FEC-5446-49DD-A473-2CBC5D2A6D6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16"/>
          <a:stretch/>
        </p:blipFill>
        <p:spPr>
          <a:xfrm>
            <a:off x="7822902" y="445180"/>
            <a:ext cx="2830151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320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6D6EE1-5A55-489E-9809-7B85B20F3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657" y="2538287"/>
            <a:ext cx="2717800" cy="802493"/>
          </a:xfrm>
        </p:spPr>
        <p:txBody>
          <a:bodyPr>
            <a:normAutofit fontScale="90000"/>
          </a:bodyPr>
          <a:lstStyle/>
          <a:p>
            <a:r>
              <a:rPr lang="es-PE" sz="4900" b="1" dirty="0"/>
              <a:t>EVIDENCIA TC-003</a:t>
            </a:r>
            <a:br>
              <a:rPr lang="es-PE" dirty="0"/>
            </a:br>
            <a:endParaRPr lang="es-PE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5FCAD16-8D14-42FC-867C-BCF0E7E556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6568" y="482876"/>
            <a:ext cx="2717800" cy="5892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988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6D6EE1-5A55-489E-9809-7B85B20F3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657" y="2538287"/>
            <a:ext cx="2717800" cy="802493"/>
          </a:xfrm>
        </p:spPr>
        <p:txBody>
          <a:bodyPr>
            <a:normAutofit fontScale="90000"/>
          </a:bodyPr>
          <a:lstStyle/>
          <a:p>
            <a:r>
              <a:rPr lang="es-PE" sz="4900" b="1" dirty="0"/>
              <a:t>EVIDENCIA TC-004</a:t>
            </a:r>
            <a:br>
              <a:rPr lang="es-PE" dirty="0"/>
            </a:b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23513343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15</Words>
  <Application>Microsoft Office PowerPoint</Application>
  <PresentationFormat>Panorámica</PresentationFormat>
  <Paragraphs>6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de Office</vt:lpstr>
      <vt:lpstr>EVIDENCIA</vt:lpstr>
      <vt:lpstr>EVIDENCIA TC-001 </vt:lpstr>
      <vt:lpstr>EVIDENCIA TC-002 </vt:lpstr>
      <vt:lpstr>EVIDENCIA TC-003 </vt:lpstr>
      <vt:lpstr>EVIDENCIA TC-004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EVIDENCIA</dc:title>
  <dc:creator>ADMIN</dc:creator>
  <cp:lastModifiedBy>ADMIN</cp:lastModifiedBy>
  <cp:revision>3</cp:revision>
  <dcterms:created xsi:type="dcterms:W3CDTF">2025-11-04T00:44:43Z</dcterms:created>
  <dcterms:modified xsi:type="dcterms:W3CDTF">2025-11-04T02:31:48Z</dcterms:modified>
</cp:coreProperties>
</file>