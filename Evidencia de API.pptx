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90E9D-EF5A-45A0-9D60-CE51AE2F2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3D71D4-5466-48C6-AFA0-66477C9CF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B79A43-F27C-4BAC-AA70-E32B0470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C69DA7-BF54-4B42-8E52-CCF285B6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3E682-5313-4314-AC58-DA307E41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535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54B07-23D4-45FE-A268-C66770D9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FA5612-DA25-4F4A-97E5-9CFDFC2A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FD14A8-FE56-44D2-A8EF-17DF451F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138E8D-DB9F-4A56-ACF8-322DC501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D43A3-4C1F-48AD-8AFA-C5855ED2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85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B885A-5F26-44AB-9831-E24A0329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1B503B-A951-4CD1-9DD3-D6DC12F28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B90C3C-9A0D-4A24-9EFB-AA945009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91957-7C7D-48F5-BDFF-4C396834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3FEC9D-ABD8-4F44-AC81-74784BFB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483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1E0A7-CA7B-4DC3-B58A-E7A916A8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78D20E-C7BC-4B40-8314-982110144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03C189-9666-4DAF-B3E4-658BDFF86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F010A5-83BC-4852-A59D-792A9BB0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01B100-95E5-4D0F-A39A-FE3376FE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6AF9B0-2A02-45D2-A774-28D5FEB9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597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18C92-C7D4-4D2E-801C-3ABC74FB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ADC9A3-B32A-4AC1-B8FA-DDB2C9533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BA2EF0-F5C4-4D9D-9AD4-D155BE364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2159C1-DA5A-4FFC-A867-6471DA26D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25B6A4-5CC6-4FD6-985D-B42B31D01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552533-78ED-4B79-B74C-F6BC7C62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F72E67F-3246-42AC-87F9-F9C038F16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931432-42D7-4802-B7D5-EBB2B6CE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40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8A247-9381-46CD-ABBC-330702E4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ADAB81-D998-43DD-B2B4-8768BEE3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FC8B6F-30AC-433E-9809-A8E006A2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8BA421-E2EB-4DB4-ABA4-A7D399B0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225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A7E33A-5BC1-4745-BFFE-0118F865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40ECFC-9FE3-450F-B401-50990026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D2BEE7-8B38-4126-929E-D8B4BE01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018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0E90A-68AA-4A65-865C-B9B60868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C63FBA-B5FB-49B5-98A6-726FC482D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500EE7-D278-4ED2-ADCF-525CF3F4A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F4313F-7168-4731-A99C-FCFDEB8E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90D079-C3BB-49E8-A238-1C12AC58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EBE9E2-AEAC-4916-A39D-7634BB10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52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BF974-E071-4396-96DB-C2FC8BE3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80C7E0-0014-4F7C-9ACB-0CFF16CD2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C6B0BC-3077-41A9-8DA4-760421B37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6A142E-3503-4A42-A76D-5AB70A6C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CAE538-D3C7-4D54-B190-4D3F605D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252969-51E3-4836-8EA3-2C67D1B9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073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B016D-4996-4A48-8A77-8F63697D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9CDCD2-0629-4C85-8184-CC672499E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D36670-14DB-4E3C-AEB7-B4886467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49C62-DA15-449C-B9FF-AF827EBE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BF9C1C-2C46-45CA-91C8-67D57BC4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187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B18797-20C5-43E0-AAD6-0B0D80C80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1401FF-26EB-4DE4-9211-72039455A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A7016-F215-4397-B2B1-AF32A2F68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BA91E-74EF-4B14-AF0C-AA8601BF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01DB9-FEA6-4E42-8F29-15882428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823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007819-50E8-487C-842A-F30976B7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448DB7-43B4-4CC0-85B7-D0D1CD850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7C2ECD-BF70-42D8-B487-BA604E444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4CBDC-C102-4F9F-853E-595C338ED354}" type="datetimeFigureOut">
              <a:rPr lang="es-PE" smtClean="0"/>
              <a:t>10/11/2025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7997D7-A965-4AD4-B0A3-35D7BBEF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775AD2-A99F-4158-94B5-6C6FF6ED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B51C1-D36B-4002-8FBC-F8C067F239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433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0BD40-B64E-45C3-A6CF-269321CCB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0000"/>
          </a:xfrm>
        </p:spPr>
        <p:txBody>
          <a:bodyPr/>
          <a:lstStyle/>
          <a:p>
            <a:r>
              <a:rPr lang="es-ES" sz="115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EVIDENCIA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2408D4-804F-45C7-98C4-AE8391060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s-PE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https://fakestoreapi.com/</a:t>
            </a:r>
          </a:p>
        </p:txBody>
      </p:sp>
    </p:spTree>
    <p:extLst>
      <p:ext uri="{BB962C8B-B14F-4D97-AF65-F5344CB8AC3E}">
        <p14:creationId xmlns:p14="http://schemas.microsoft.com/office/powerpoint/2010/main" val="34011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36" y="920502"/>
            <a:ext cx="3481921" cy="317455"/>
          </a:xfrm>
        </p:spPr>
        <p:txBody>
          <a:bodyPr>
            <a:noAutofit/>
          </a:bodyPr>
          <a:lstStyle/>
          <a:p>
            <a:r>
              <a:rPr lang="es-PE" sz="3200" b="1" dirty="0"/>
              <a:t>EVIDENCIA API-01</a:t>
            </a:r>
            <a:br>
              <a:rPr lang="es-PE" sz="3200" b="1" dirty="0"/>
            </a:br>
            <a:br>
              <a:rPr lang="es-PE" sz="2800" dirty="0"/>
            </a:br>
            <a:endParaRPr lang="es-PE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B86421-F56B-455A-BAFB-79189CE9BB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07730" y="920502"/>
            <a:ext cx="8176539" cy="523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4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36" y="920502"/>
            <a:ext cx="3481921" cy="317455"/>
          </a:xfrm>
        </p:spPr>
        <p:txBody>
          <a:bodyPr>
            <a:noAutofit/>
          </a:bodyPr>
          <a:lstStyle/>
          <a:p>
            <a:r>
              <a:rPr lang="es-PE" sz="3200" b="1" dirty="0"/>
              <a:t>EVIDENCIA API-02</a:t>
            </a:r>
            <a:br>
              <a:rPr lang="es-PE" sz="3200" b="1" dirty="0"/>
            </a:br>
            <a:br>
              <a:rPr lang="es-PE" sz="2800" dirty="0"/>
            </a:br>
            <a:endParaRPr lang="es-PE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54743B-1245-4D21-BE18-828B37940F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6598" y="920502"/>
            <a:ext cx="10644165" cy="528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8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36" y="920502"/>
            <a:ext cx="3481921" cy="317455"/>
          </a:xfrm>
        </p:spPr>
        <p:txBody>
          <a:bodyPr>
            <a:noAutofit/>
          </a:bodyPr>
          <a:lstStyle/>
          <a:p>
            <a:r>
              <a:rPr lang="es-PE" sz="3200" b="1" dirty="0"/>
              <a:t>EVIDENCIA API-03</a:t>
            </a:r>
            <a:br>
              <a:rPr lang="es-PE" sz="3200" b="1" dirty="0"/>
            </a:br>
            <a:br>
              <a:rPr lang="es-PE" sz="2800" dirty="0"/>
            </a:br>
            <a:endParaRPr lang="es-PE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44C131-6406-46D7-BCBE-1A0C65AF1C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9236" y="920502"/>
            <a:ext cx="10937798" cy="546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73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36" y="920502"/>
            <a:ext cx="3481921" cy="317455"/>
          </a:xfrm>
        </p:spPr>
        <p:txBody>
          <a:bodyPr>
            <a:noAutofit/>
          </a:bodyPr>
          <a:lstStyle/>
          <a:p>
            <a:r>
              <a:rPr lang="es-PE" sz="3200" b="1" dirty="0"/>
              <a:t>EVIDENCIA API-04</a:t>
            </a:r>
            <a:br>
              <a:rPr lang="es-PE" sz="3200" b="1" dirty="0"/>
            </a:br>
            <a:br>
              <a:rPr lang="es-PE" sz="2800" dirty="0"/>
            </a:br>
            <a:endParaRPr lang="es-PE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87D312-EF36-4C36-AAAA-7FF1E91F30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545" y="1079229"/>
            <a:ext cx="10520338" cy="518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73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36" y="920502"/>
            <a:ext cx="6956641" cy="429996"/>
          </a:xfrm>
        </p:spPr>
        <p:txBody>
          <a:bodyPr>
            <a:noAutofit/>
          </a:bodyPr>
          <a:lstStyle/>
          <a:p>
            <a:r>
              <a:rPr lang="es-PE" sz="3200" b="1" dirty="0"/>
              <a:t>EVIDENCIA API-05  EN ESCRITORIO</a:t>
            </a:r>
            <a:br>
              <a:rPr lang="es-PE" sz="3200" b="1" dirty="0"/>
            </a:br>
            <a:br>
              <a:rPr lang="es-PE" sz="3200" b="1" dirty="0"/>
            </a:br>
            <a:br>
              <a:rPr lang="es-PE" sz="2800" dirty="0"/>
            </a:br>
            <a:endParaRPr lang="es-PE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2E5055-A0BA-47BA-BDB7-76414550F0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5959" y="920502"/>
            <a:ext cx="10333111" cy="538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04" y="399997"/>
            <a:ext cx="6956641" cy="429996"/>
          </a:xfrm>
        </p:spPr>
        <p:txBody>
          <a:bodyPr>
            <a:noAutofit/>
          </a:bodyPr>
          <a:lstStyle/>
          <a:p>
            <a:r>
              <a:rPr lang="es-PE" sz="3200" b="1" dirty="0"/>
              <a:t>EVIDENCIA API-06 </a:t>
            </a:r>
            <a:endParaRPr lang="es-PE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A3C831-02D1-4281-8441-7E9B108210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5959" y="829993"/>
            <a:ext cx="10783277" cy="54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66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</Words>
  <Application>Microsoft Office PowerPoint</Application>
  <PresentationFormat>Panorámica</PresentationFormat>
  <Paragraphs>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EVIDENCIA</vt:lpstr>
      <vt:lpstr>EVIDENCIA API-01  </vt:lpstr>
      <vt:lpstr>EVIDENCIA API-02  </vt:lpstr>
      <vt:lpstr>EVIDENCIA API-03  </vt:lpstr>
      <vt:lpstr>EVIDENCIA API-04  </vt:lpstr>
      <vt:lpstr>EVIDENCIA API-05  EN ESCRITORIO   </vt:lpstr>
      <vt:lpstr>EVIDENCIA API-06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EVIDENCIA</dc:title>
  <dc:creator>ADMIN</dc:creator>
  <cp:lastModifiedBy>ADMIN</cp:lastModifiedBy>
  <cp:revision>1</cp:revision>
  <dcterms:created xsi:type="dcterms:W3CDTF">2025-11-10T15:21:42Z</dcterms:created>
  <dcterms:modified xsi:type="dcterms:W3CDTF">2025-11-10T15:36:21Z</dcterms:modified>
</cp:coreProperties>
</file>